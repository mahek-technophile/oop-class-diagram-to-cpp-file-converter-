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e37e27003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e37e27003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e37e27003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943600" y="457200"/>
            <a:ext cx="2926080" cy="411480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2E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80760" y="685800"/>
            <a:ext cx="2743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class Student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private: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string name;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int rollNo;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string getName();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void setName(string);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// auto-generated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640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OOPS | SYCSE Mini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105156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UML Class Diagram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173736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4A90D9"/>
                </a:solidFill>
                <a:latin typeface="Georgia"/>
                <a:ea typeface="Georgia"/>
                <a:cs typeface="Georgia"/>
                <a:sym typeface="Georgia"/>
              </a:rPr>
              <a:t>Code Generator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24231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2800"/>
              <a:buFont typeface="Georgia"/>
              <a:buNone/>
            </a:pPr>
            <a:r>
              <a:rPr b="0" i="0" lang="en-US" sz="2800" u="none" cap="none" strike="noStrike">
                <a:solidFill>
                  <a:srgbClr val="C5D8F6"/>
                </a:solidFill>
                <a:latin typeface="Georgia"/>
                <a:ea typeface="Georgia"/>
                <a:cs typeface="Georgia"/>
                <a:sym typeface="Georgia"/>
              </a:rPr>
              <a:t>in C++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65760" y="3063240"/>
            <a:ext cx="5029200" cy="36576"/>
          </a:xfrm>
          <a:prstGeom prst="rect">
            <a:avLst/>
          </a:prstGeom>
          <a:solidFill>
            <a:srgbClr val="2E4A8C"/>
          </a:solidFill>
          <a:ln cap="flat" cmpd="sng" w="12700">
            <a:solidFill>
              <a:srgbClr val="2E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65760" y="32461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3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Mahek Shukla  •  Rohan Upadhye  •  Chirayu Agrawal  •  Yatharth Agrawal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65760" y="36118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Roll No: 7, 10, 12, 20  resp.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365750" y="4441167"/>
            <a:ext cx="87156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lang="en-US" sz="1350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350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 Repository :</a:t>
            </a:r>
            <a:br>
              <a:rPr lang="en-US" sz="1350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 https://github.com/Mahek-Technophile/OOP-Class-Diagram-to-CPP-file-converter-.git</a:t>
            </a:r>
            <a:endParaRPr sz="1350">
              <a:solidFill>
                <a:srgbClr val="C5D8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Are We Building?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4320" y="1005840"/>
            <a:ext cx="374904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74320" y="1005840"/>
            <a:ext cx="3749040" cy="41148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74320" y="10058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155448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CLASS Student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ATTR private string 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ATTR private int rollNo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METHOD public string getName()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METHOD public void setName(string)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42062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diagram.txt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60520" y="2606040"/>
            <a:ext cx="822960" cy="914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114800" y="23774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069080" y="29260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120640" y="1005840"/>
            <a:ext cx="374904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120640" y="1005840"/>
            <a:ext cx="3749040" cy="41148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120640" y="10058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303520" y="1554480"/>
            <a:ext cx="33832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class Student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private: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int rollNo;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string getName();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onsolas"/>
                <a:ea typeface="Consolas"/>
                <a:cs typeface="Consolas"/>
                <a:sym typeface="Consolas"/>
              </a:rPr>
              <a:t>    void setName(string);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303520" y="42062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Student.h  (auto-generated)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A8C"/>
          </a:solidFill>
          <a:ln cap="flat" cmpd="sng" w="12700">
            <a:solidFill>
              <a:srgbClr val="2E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60" y="1005840"/>
            <a:ext cx="1920240" cy="347472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65760" y="1005840"/>
            <a:ext cx="1920240" cy="9144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005840" y="1143000"/>
            <a:ext cx="640080" cy="640080"/>
          </a:xfrm>
          <a:prstGeom prst="ellipse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00584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11480" y="1920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Parser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02920" y="2514600"/>
            <a:ext cx="1645920" cy="18288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57200" y="260604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Reads diagram.txt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line by 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313432" y="219456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468880" y="1005840"/>
            <a:ext cx="1920240" cy="347472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468880" y="1005840"/>
            <a:ext cx="1920240" cy="9144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108960" y="1143000"/>
            <a:ext cx="640080" cy="640080"/>
          </a:xfrm>
          <a:prstGeom prst="ellipse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10896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514600" y="1920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UML Model Classes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606040" y="2514600"/>
            <a:ext cx="1645920" cy="1828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560320" y="260604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UMLAttribute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UMLMethod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UMLClass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416552" y="219456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0" y="1005840"/>
            <a:ext cx="1920240" cy="347472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1005840"/>
            <a:ext cx="1920240" cy="9144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212080" y="1143000"/>
            <a:ext cx="640080" cy="64008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21208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617720" y="1920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Generator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09160" y="2514600"/>
            <a:ext cx="1645920" cy="1828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663440" y="260604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Abstract base class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CPPCodeGenerator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519672" y="219456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675120" y="1005840"/>
            <a:ext cx="1920240" cy="347472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675120" y="1005840"/>
            <a:ext cx="1920240" cy="9144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315200" y="1143000"/>
            <a:ext cx="640080" cy="640080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7315200" y="11430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720840" y="1920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Writer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812280" y="2514600"/>
            <a:ext cx="1645920" cy="18288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766560" y="260604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Writes compilable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.h files to output/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A8C"/>
          </a:solidFill>
          <a:ln cap="flat" cmpd="sng" w="12700">
            <a:solidFill>
              <a:srgbClr val="2E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UML Model Classes  —  The OOP Backbone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28600" y="960120"/>
            <a:ext cx="2788920" cy="388620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228600" y="960120"/>
            <a:ext cx="2788920" cy="50292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228600" y="96012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UMLAttribute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20040" y="15727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Fields / Methods: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20040" y="1874520"/>
            <a:ext cx="2606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20040" y="4206240"/>
            <a:ext cx="2606040" cy="18288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20040" y="427939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e.g. "private string name"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246120" y="960120"/>
            <a:ext cx="2788920" cy="388620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246120" y="960120"/>
            <a:ext cx="2788920" cy="50292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246120" y="96012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UMLMethod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337560" y="15727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Fields / Methods: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337560" y="1874520"/>
            <a:ext cx="2606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returnType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vector&lt;string&gt; params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337560" y="4206240"/>
            <a:ext cx="2606040" cy="18288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3337560" y="427939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e.g. "public void setName(string)"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263640" y="960120"/>
            <a:ext cx="2788920" cy="388620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263640" y="960120"/>
            <a:ext cx="2788920" cy="50292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263640" y="960120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UMLClass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355080" y="15727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Fields / Methods: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355080" y="1874520"/>
            <a:ext cx="2606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className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vector&lt;UMLAttribute&gt; attrs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vector&lt;UMLMethod&gt; methods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void addAttribute()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void addMethod()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355080" y="4206240"/>
            <a:ext cx="2606040" cy="18288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355080" y="427939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5D8F6"/>
                </a:solidFill>
                <a:latin typeface="Calibri"/>
                <a:ea typeface="Calibri"/>
                <a:cs typeface="Calibri"/>
                <a:sym typeface="Calibri"/>
              </a:rPr>
              <a:t>Main container — most important!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365760" y="109728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OOP Pillars Applied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74320" y="1005840"/>
            <a:ext cx="41148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74320" y="1005840"/>
            <a:ext cx="109800" cy="1783200"/>
          </a:xfrm>
          <a:prstGeom prst="rect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75488" y="111556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Constructors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75488" y="1463040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75488" y="1505923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UMLAttribute, UMLMethod &amp; UMLClass each define a constructor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Takes access, type/returnType &amp; name as parameters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Uses this-&gt; to assign values to member variables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Called automatically when an object is instantiated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754880" y="1005840"/>
            <a:ext cx="41148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754880" y="1005840"/>
            <a:ext cx="109800" cy="178320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956048" y="111556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File Operations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956048" y="1463040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956048" y="1510313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CPPCodeGenerator opens an ofstream to output/&lt;ClassName&gt;.h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Checks is_open() before writing to catch missing folders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Writes class skeleton — private fields then public members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Closes the stream with outFile.close() after generation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74320" y="2834640"/>
            <a:ext cx="41148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274320" y="2834640"/>
            <a:ext cx="109800" cy="17832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75488" y="294436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Operator Overloading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75488" y="3291840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75488" y="3363748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operator+ defined twice inside UMLClass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Right-hand type (UMLAttribute vs UMLMethod) decides the branch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Returns *this so calls can be chained with =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Example: cls = cls + UMLAttribute(...) / cls + UMLMethod(...)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754880" y="2834640"/>
            <a:ext cx="41148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754880" y="2834640"/>
            <a:ext cx="109800" cy="17832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956048" y="2944368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Georgia"/>
              <a:buNone/>
            </a:pPr>
            <a:r>
              <a:rPr b="1" lang="en-US" sz="170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Function Overloading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956048" y="3291840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956048" y="3363748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operator+ is overloaded twice-once taking a UMLAttribute, once taking a UMLMethod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Compiler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distinguishes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between the two purely by the type of right hand operand.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AutoNum type="arabicPeriod"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Both versions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*this, allowing the result to be assigned or chained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181400"/>
            <a:ext cx="9144000" cy="8229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Code in Action</a:t>
            </a:r>
            <a:endParaRPr/>
          </a:p>
        </p:txBody>
      </p:sp>
      <p:pic>
        <p:nvPicPr>
          <p:cNvPr id="148" name="Google Shape;14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150" y="1099900"/>
            <a:ext cx="3392625" cy="17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7550" y="1099900"/>
            <a:ext cx="3416398" cy="176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2538" y="3155225"/>
            <a:ext cx="3558914" cy="17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Step 3 — The Input Parser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How it works: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65760" y="1481328"/>
            <a:ext cx="365760" cy="36576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65760" y="14813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68680" y="146304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Open 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68680" y="1691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ifstream reads diagram.txt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365760" y="2148840"/>
            <a:ext cx="365760" cy="36576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68680" y="21305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Read line by 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68680" y="23591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getline() processes each row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365760" y="2816352"/>
            <a:ext cx="365760" cy="36576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365760" y="2816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68680" y="279806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Parse keyword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68680" y="302666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Detects "CLASS", "ATTR", "METHOD", "END"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65760" y="3483864"/>
            <a:ext cx="365760" cy="36576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365760" y="34838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68680" y="346557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Build objects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68680" y="369417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Creates UMLClass / UMLAttribute / UMLMethod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65760" y="4151376"/>
            <a:ext cx="365760" cy="36576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365760" y="41513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68680" y="413308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Store in vector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68680" y="43616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vector&lt;UMLClass&gt; holds all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663440" y="914400"/>
            <a:ext cx="4251960" cy="397764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663440" y="914400"/>
            <a:ext cx="4251960" cy="32004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709160" y="91440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UMLParser.cpp  (pseudocode)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754880" y="1325880"/>
            <a:ext cx="4069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 file("diagram.txt");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(getline(file, line))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  if line starts "CLASS"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    → new UMLClass(name)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  if line starts "ATTR"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    → new UMLAttribute(...)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  if line starts "METHOD"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    → new UMLMethod(...)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  if line == "END"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    → save class to 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return vector&lt;UMLClass&gt;;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A8C"/>
          </a:solidFill>
          <a:ln cap="flat" cmpd="sng" w="12700">
            <a:solidFill>
              <a:srgbClr val="2E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Step 4 — The Code Generator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2743200" y="1005840"/>
            <a:ext cx="3657600" cy="82296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2743200" y="10058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5D8F6"/>
                </a:solidFill>
                <a:latin typeface="Consolas"/>
                <a:ea typeface="Consolas"/>
                <a:cs typeface="Consolas"/>
                <a:sym typeface="Consolas"/>
              </a:rPr>
              <a:t>CodeGenerator  (abstract base)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474720" y="1920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↓  inherits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743200" y="2286000"/>
            <a:ext cx="3657600" cy="82296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2743200" y="228600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CPPCodeGenerator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Future: JavaCodeGenerator  |  PythonCodeGenerator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274320" y="3703320"/>
            <a:ext cx="8595360" cy="118872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What CPPCodeGenerator writes: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write: "class Student {"    </a:t>
            </a:r>
            <a:r>
              <a:rPr b="0" i="0" lang="en-US" sz="105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→  write private attributes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write: "public:"            </a:t>
            </a:r>
            <a:r>
              <a:rPr b="0" i="0" lang="en-US" sz="105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→  write public methods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write: "};"                 </a:t>
            </a:r>
            <a:r>
              <a:rPr b="0" i="0" lang="en-US" sz="105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→  close and save as Student.h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4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 File Structure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320040" y="10058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/UML-Code-Generator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11480" y="1463040"/>
            <a:ext cx="3749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├── main.cpp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├── UMLParser.h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├── UMLParser.cpp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├── UMLClass.h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│   ├── Attribute.h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│   └── Method.h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├── CodeGenerator.h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onsolas"/>
                <a:ea typeface="Consolas"/>
                <a:cs typeface="Consolas"/>
                <a:sym typeface="Consolas"/>
              </a:rPr>
              <a:t>├── CPPCodeGenerator.cpp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├── diagram.txt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8F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5D8F6"/>
                </a:solidFill>
                <a:latin typeface="Consolas"/>
                <a:ea typeface="Consolas"/>
                <a:cs typeface="Consolas"/>
                <a:sym typeface="Consolas"/>
              </a:rPr>
              <a:t>└── output/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    └── Student.h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572000" y="10515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Key Files Explained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4572000" y="1508760"/>
            <a:ext cx="42519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5D8F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4572000" y="1508760"/>
            <a:ext cx="73152" cy="457200"/>
          </a:xfrm>
          <a:prstGeom prst="rect">
            <a:avLst/>
          </a:prstGeom>
          <a:solidFill>
            <a:srgbClr val="C5D8F6"/>
          </a:solidFill>
          <a:ln cap="flat" cmpd="sng" w="12700">
            <a:solidFill>
              <a:srgbClr val="C5D8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4709160" y="152704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main.cpp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709160" y="172821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Entry point — wires parser + generator together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572000" y="2048256"/>
            <a:ext cx="42519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4572000" y="2048256"/>
            <a:ext cx="73152" cy="4572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709160" y="2066544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UMLParser.cpp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709160" y="2267712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Reads diagram.txt, builds UMLClass objects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72000" y="2587752"/>
            <a:ext cx="42519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572000" y="2587752"/>
            <a:ext cx="73152" cy="45720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4709160" y="260604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UMLClass.h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709160" y="280720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Main container with attribute &amp; method vectors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572000" y="3127248"/>
            <a:ext cx="42519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4572000" y="3127248"/>
            <a:ext cx="73152" cy="457200"/>
          </a:xfrm>
          <a:prstGeom prst="rect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4709160" y="314553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CodeGenerator.h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709160" y="3346704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Abstract base enabling polymorphism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4572000" y="3666744"/>
            <a:ext cx="42519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572000" y="3666744"/>
            <a:ext cx="73152" cy="45720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709160" y="3685032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CPPCodeGenerator.cpp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709160" y="3886200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Implements generate() → writes .h 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572000" y="4206240"/>
            <a:ext cx="425196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4572000" y="4206240"/>
            <a:ext cx="73152" cy="457200"/>
          </a:xfrm>
          <a:prstGeom prst="rect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709160" y="422452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diagram.txt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709160" y="4425696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Your UML input text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A8C"/>
          </a:solidFill>
          <a:ln cap="flat" cmpd="sng" w="12700">
            <a:solidFill>
              <a:srgbClr val="2E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Demo Output — What It Produces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274320" y="960120"/>
            <a:ext cx="3840480" cy="388620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274320" y="960120"/>
            <a:ext cx="3840480" cy="347472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320040" y="960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diagram.txt  (INPUT)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11480" y="1389888"/>
            <a:ext cx="3611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CLASS Student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ATTR private string 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ATTR private int rollNo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ATTR private float marks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METHOD public string getName()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METHOD public void setName(string)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METHOD public int getRollNo()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5029200" y="960120"/>
            <a:ext cx="3840480" cy="388620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5029200" y="960120"/>
            <a:ext cx="3840480" cy="347472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5074920" y="96012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Student.h  (OUTPUT)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166360" y="1389888"/>
            <a:ext cx="3611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B59B6"/>
                </a:solidFill>
                <a:latin typeface="Consolas"/>
                <a:ea typeface="Consolas"/>
                <a:cs typeface="Consolas"/>
                <a:sym typeface="Consolas"/>
              </a:rPr>
              <a:t>#ifndef STUDENT_H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B59B6"/>
                </a:solidFill>
                <a:latin typeface="Consolas"/>
                <a:ea typeface="Consolas"/>
                <a:cs typeface="Consolas"/>
                <a:sym typeface="Consolas"/>
              </a:rPr>
              <a:t>#define STUDENT_H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#include &lt;string&gt;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using namespace std;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class Student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private: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rollNo;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float marks;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67E22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getName();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void setName(string);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getRollNo();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4A90D9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B59B6"/>
                </a:solidFill>
                <a:latin typeface="Consolas"/>
                <a:ea typeface="Consolas"/>
                <a:cs typeface="Consolas"/>
                <a:sym typeface="Consolas"/>
              </a:rPr>
              <a:t>#endif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A8C"/>
          </a:solidFill>
          <a:ln cap="flat" cmpd="sng" w="12700">
            <a:solidFill>
              <a:srgbClr val="2E4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411480" y="1508760"/>
            <a:ext cx="685800" cy="685800"/>
          </a:xfrm>
          <a:prstGeom prst="ellipse">
            <a:avLst/>
          </a:prstGeom>
          <a:solidFill>
            <a:srgbClr val="3A7BD5"/>
          </a:solidFill>
          <a:ln cap="flat" cmpd="sng" w="1270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411480" y="15087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1234440" y="1188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Mahek Shukla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234440" y="16276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PRN: 1262241984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234440" y="1965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7BD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A7BD5"/>
                </a:solidFill>
                <a:latin typeface="Calibri"/>
                <a:ea typeface="Calibri"/>
                <a:cs typeface="Calibri"/>
                <a:sym typeface="Calibri"/>
              </a:rPr>
              <a:t>SYCSE  |  OOPS Mini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709160" y="1005840"/>
            <a:ext cx="4114800" cy="169164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4846320" y="1508760"/>
            <a:ext cx="685800" cy="685800"/>
          </a:xfrm>
          <a:prstGeom prst="ellipse">
            <a:avLst/>
          </a:prstGeom>
          <a:solidFill>
            <a:srgbClr val="9B59B6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4846320" y="15087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5669280" y="1188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Rohan Upadhye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669280" y="16276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PRN: 1262241998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669280" y="19659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SYCSE  |  OOPS Mini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411480" y="3429000"/>
            <a:ext cx="685800" cy="685800"/>
          </a:xfrm>
          <a:prstGeom prst="ellipse">
            <a:avLst/>
          </a:prstGeom>
          <a:solidFill>
            <a:srgbClr val="E67E22"/>
          </a:solidFill>
          <a:ln cap="flat" cmpd="sng" w="1270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411480" y="34290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234440" y="3108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Chirayu Agrawal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234440" y="35478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PRN: 1262242010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234440" y="3886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SYCSE  |  OOPS Mini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1A1F36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4846320" y="3429000"/>
            <a:ext cx="685800" cy="685800"/>
          </a:xfrm>
          <a:prstGeom prst="ellipse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4846320" y="34290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669280" y="3108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Yatharth Agrawal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669280" y="35478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PRN: 1262242058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5669280" y="38862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SYCSE  |  OOPS Mini 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